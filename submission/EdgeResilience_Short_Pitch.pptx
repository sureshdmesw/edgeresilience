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in one sentence: local predictive intelligence for connected vehicles, validated on Snapdragon X Elite.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ideas: dependence on software and connectivity, exposure to cyber events, and the value of local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stages left to right. Note that synchronization is a software manifest and that containment is simulated.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pillar maps to a component implemented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temporal ablation showed that the full sequence outperforms final-step-only and compact-summary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evidence comes from the Snapdragon X Elite CRD reference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63 microseconds, then the warm distribution. State that all figures are workload-specific.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limitation plainly and briefly, then point to the documented improvement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boundaries as engineering maturity. Future vehicle integration needs formal automotive safety and cybersecurity processes.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explicit: the CRD is a reference device, and no HP Snapdragon hardware measurement is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concrete: the first item directly addresses the stated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politely, restate the validated Snapdragon path, and invite reviewers to explore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EdgeResilience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51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C9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Snapdragon-Powered Predictive Intelligence for Connected Vehicle Safety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49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Cyber-Physical Resilience for Safety-Critical Connected Vehicles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572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connected-vehicle resilience degradation locally, on Snapdragon.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Qualcomm Snapdragon AI Lab Build &amp; Present Challenge  |  Short Pitch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vehicles must remain resilient when connectivity cannot be relied upon.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EdgeResilience  |  Snapdragon AI Lab Build &amp; Present Challenge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3477768" cy="274320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92024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468880"/>
            <a:ext cx="3112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by design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337560"/>
            <a:ext cx="3112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increasingly depend on software and network connectivity.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072128" y="297180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55592" y="1737360"/>
            <a:ext cx="3477768" cy="274320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38472" y="192024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38472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38472" y="2468880"/>
            <a:ext cx="3112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to disruption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4538472" y="3337560"/>
            <a:ext cx="3112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events and connectivity loss can affect cyber-physical resilience.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879080" y="297180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62544" y="1737360"/>
            <a:ext cx="3477768" cy="274320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45424" y="192024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45424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345424" y="2468880"/>
            <a:ext cx="3112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prediction needed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8345424" y="3337560"/>
            <a:ext cx="3112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intelligence can anticipate degradation when the cloud is constrained.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484632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types considered: CAN bus anomalies, message injection, timing manipulation and payload tampering.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EdgeResilience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vehicle telemetry to preserved evidence, with inference kept local.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EdgeResilience  |  Snapdragon AI Lab Build &amp; Present Challenge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574292" cy="3200400"/>
          </a:xfrm>
          <a:prstGeom prst="roundRect">
            <a:avLst>
              <a:gd name="adj" fmla="val 6970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331720"/>
            <a:ext cx="12085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telemetry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200400"/>
            <a:ext cx="12085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features over 12 temporal steps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168652" y="306324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52116" y="1600200"/>
            <a:ext cx="1574292" cy="3200400"/>
          </a:xfrm>
          <a:prstGeom prst="roundRect">
            <a:avLst>
              <a:gd name="adj" fmla="val 6970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34996" y="178308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63499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634996" y="2331720"/>
            <a:ext cx="12085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Temporal AI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634996" y="3200400"/>
            <a:ext cx="12085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Transformer-based predictor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072128" y="306324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55592" y="1600200"/>
            <a:ext cx="1574292" cy="3200400"/>
          </a:xfrm>
          <a:prstGeom prst="roundRect">
            <a:avLst>
              <a:gd name="adj" fmla="val 6970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38472" y="178308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3847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538472" y="2331720"/>
            <a:ext cx="12085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assessment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538472" y="3200400"/>
            <a:ext cx="12085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degradation score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975604" y="306324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59068" y="1600200"/>
            <a:ext cx="1574292" cy="3200400"/>
          </a:xfrm>
          <a:prstGeom prst="roundRect">
            <a:avLst>
              <a:gd name="adj" fmla="val 6970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41948" y="178308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4194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41948" y="2331720"/>
            <a:ext cx="12085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detection &amp; containment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441948" y="3200400"/>
            <a:ext cx="12085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risk policy; simulation only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879080" y="306324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162544" y="1600200"/>
            <a:ext cx="1574292" cy="3200400"/>
          </a:xfrm>
          <a:prstGeom prst="roundRect">
            <a:avLst>
              <a:gd name="adj" fmla="val 6970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345424" y="178308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34542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345424" y="2331720"/>
            <a:ext cx="12085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evidence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8345424" y="3200400"/>
            <a:ext cx="12085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hashed records buffered locally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9782556" y="306324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066020" y="1600200"/>
            <a:ext cx="1574292" cy="3200400"/>
          </a:xfrm>
          <a:prstGeom prst="roundRect">
            <a:avLst>
              <a:gd name="adj" fmla="val 6970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10248900" y="178308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2489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10248900" y="2331720"/>
            <a:ext cx="12085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synchronization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248900" y="3200400"/>
            <a:ext cx="12085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 prepared when connectivity returns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48640" y="51206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2960" y="5212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in a three-cycle software scenario: connected, disconnected with evidence buffering, then reconnected with a synchronization manifest.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design choices that shape the architecture.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EdgeResilience  |  Snapdragon AI Lab Build &amp; Present Challenge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954987" cy="3566160"/>
          </a:xfrm>
          <a:prstGeom prst="roundRect">
            <a:avLst>
              <a:gd name="adj" fmla="val 561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92024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468880"/>
            <a:ext cx="1589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337560"/>
            <a:ext cx="158922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Anticipates degradation rather than only reacting to it.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549347" y="338328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32811" y="1737360"/>
            <a:ext cx="1954987" cy="3566160"/>
          </a:xfrm>
          <a:prstGeom prst="roundRect">
            <a:avLst>
              <a:gd name="adj" fmla="val 561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015691" y="192024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015691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015691" y="2468880"/>
            <a:ext cx="1589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Edge-first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3015691" y="3337560"/>
            <a:ext cx="158922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runs locally, whatever the connectivity state.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833518" y="338328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16982" y="1737360"/>
            <a:ext cx="1954987" cy="3566160"/>
          </a:xfrm>
          <a:prstGeom prst="roundRect">
            <a:avLst>
              <a:gd name="adj" fmla="val 561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299862" y="192024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99862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299862" y="2468880"/>
            <a:ext cx="1589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Cyber-physical resilience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5299862" y="3337560"/>
            <a:ext cx="158922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continues through connectivity loss and recovery.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117690" y="338328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01154" y="1737360"/>
            <a:ext cx="1954987" cy="3566160"/>
          </a:xfrm>
          <a:prstGeom prst="roundRect">
            <a:avLst>
              <a:gd name="adj" fmla="val 561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584034" y="192024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584034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584034" y="2468880"/>
            <a:ext cx="1589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evidence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7584034" y="3337560"/>
            <a:ext cx="158922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records are preserved for later analysis.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401861" y="338328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685325" y="1737360"/>
            <a:ext cx="1954987" cy="3566160"/>
          </a:xfrm>
          <a:prstGeom prst="roundRect">
            <a:avLst>
              <a:gd name="adj" fmla="val 561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9868205" y="192024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868205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9868205" y="2468880"/>
            <a:ext cx="1589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 path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9868205" y="3337560"/>
            <a:ext cx="158922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documented route from ONNX to QNN HTP execution.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AI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compact Temporal Transformer that reads the full 12-step history.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EdgeResilience  |  Snapdragon AI Lab Build &amp; Present Challenge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954987" cy="2377440"/>
          </a:xfrm>
          <a:prstGeom prst="roundRect">
            <a:avLst>
              <a:gd name="adj" fmla="val 561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1828800"/>
            <a:ext cx="1589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97480"/>
            <a:ext cx="1589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steps x 17 features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549347" y="265176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32811" y="1600200"/>
            <a:ext cx="1954987" cy="2377440"/>
          </a:xfrm>
          <a:prstGeom prst="roundRect">
            <a:avLst>
              <a:gd name="adj" fmla="val 561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015691" y="1828800"/>
            <a:ext cx="1589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Transformer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015691" y="2697480"/>
            <a:ext cx="1589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layers, 4 attention heads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33518" y="265176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16982" y="1600200"/>
            <a:ext cx="1954987" cy="2377440"/>
          </a:xfrm>
          <a:prstGeom prst="roundRect">
            <a:avLst>
              <a:gd name="adj" fmla="val 561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299862" y="1828800"/>
            <a:ext cx="1589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pooling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99862" y="2697480"/>
            <a:ext cx="1589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Summarizes the sequence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117690" y="265176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01154" y="1600200"/>
            <a:ext cx="1954987" cy="2377440"/>
          </a:xfrm>
          <a:prstGeom prst="roundRect">
            <a:avLst>
              <a:gd name="adj" fmla="val 561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584034" y="1828800"/>
            <a:ext cx="1589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head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584034" y="2697480"/>
            <a:ext cx="1589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the summary to one score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401861" y="265176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85325" y="1600200"/>
            <a:ext cx="1954987" cy="2377440"/>
          </a:xfrm>
          <a:prstGeom prst="roundRect">
            <a:avLst>
              <a:gd name="adj" fmla="val 561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868205" y="1828800"/>
            <a:ext cx="1589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868205" y="2697480"/>
            <a:ext cx="1589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resilience degradation (0 to 1)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420624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22960" y="4206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head:  ReduceSum  ›  LayerNorm  ›  FC1  ›  GELU  ›  FC2  ›  Sigmoid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71,170 parameters   |   Test MAE 0.0051   |   Test RMSE 0.0066   |   Synthetic 5,000-record dataset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 Deployment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production V4 model was compiled and profiled through Qualcomm AI Hub.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EdgeResilience  |  Snapdragon AI Lab Build &amp; Present Challenge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954987" cy="2743200"/>
          </a:xfrm>
          <a:prstGeom prst="roundRect">
            <a:avLst>
              <a:gd name="adj" fmla="val 561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331720"/>
            <a:ext cx="1589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ONNX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200400"/>
            <a:ext cx="15892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Dynamic-batch export; QNN-ready graph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549347" y="283464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32811" y="1600200"/>
            <a:ext cx="1954987" cy="2743200"/>
          </a:xfrm>
          <a:prstGeom prst="roundRect">
            <a:avLst>
              <a:gd name="adj" fmla="val 561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015691" y="178308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015691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015691" y="2331720"/>
            <a:ext cx="1589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Qualcomm AI Hub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3015691" y="3200400"/>
            <a:ext cx="15892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Compilation and profiling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833518" y="283464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16982" y="1600200"/>
            <a:ext cx="1954987" cy="2743200"/>
          </a:xfrm>
          <a:prstGeom prst="roundRect">
            <a:avLst>
              <a:gd name="adj" fmla="val 561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299862" y="178308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9986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299862" y="2331720"/>
            <a:ext cx="1589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QNN HTP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299862" y="3200400"/>
            <a:ext cx="15892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Hexagon v73 NPU backend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117690" y="283464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01154" y="1600200"/>
            <a:ext cx="1954987" cy="2743200"/>
          </a:xfrm>
          <a:prstGeom prst="roundRect">
            <a:avLst>
              <a:gd name="adj" fmla="val 561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584034" y="178308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58403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584034" y="2331720"/>
            <a:ext cx="1589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 X Elite CRD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584034" y="3200400"/>
            <a:ext cx="15892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SC8380XP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401861" y="283464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685325" y="1600200"/>
            <a:ext cx="1954987" cy="2743200"/>
          </a:xfrm>
          <a:prstGeom prst="roundRect">
            <a:avLst>
              <a:gd name="adj" fmla="val 561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9868205" y="178308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868205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9868205" y="2331720"/>
            <a:ext cx="1589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execution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9868205" y="3200400"/>
            <a:ext cx="15892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90/90 execution-detail entries on NPU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48640" y="4663440"/>
            <a:ext cx="1109167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822960" y="4800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matched PyTorch on CPU (max error 5.96e-08; threshold 1e-05).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QNN-ready graph matched the source ONNX on CPU (max error 0.0 over 200 samples).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Performance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 X Elite CRD, full production V4 model, QNN HTP.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EdgeResilience  |  Snapdragon AI Lab Build &amp; Present Challenge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1783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µs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inference latency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11396" y="1600200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39996" y="1783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µs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4539996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median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74152" y="1600200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302752" y="1783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68.96 µs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302752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mean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3291840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77240" y="3474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/ 82 / 88 µs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251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P90 / P95 / P99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311396" y="3291840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539996" y="3474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28.5 MB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4539996" y="4251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inference memory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074152" y="3291840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8302752" y="3474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/ 90</a:t>
            </a:r>
            <a:endParaRPr 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8302752" y="4251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execution-detail entries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48640" y="502920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~14,501 inferences/s  |  Profile-derived warm single-batch rate, not a sustained-throughput benchmark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99 warm single-batch measurements. Workload-specific results; not full vehicle-system latency.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Evidence Integrity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current evidence establishes, and where the boundary lies.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EdgeResilience  |  Snapdragon AI Lab Build &amp; Present Challenge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E9F5EF"/>
          </a:solidFill>
          <a:ln w="9525">
            <a:solidFill>
              <a:srgbClr val="BF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45352" y="160020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FFF6E5"/>
          </a:solidFill>
          <a:ln w="9525">
            <a:solidFill>
              <a:srgbClr val="EBD3A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3774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on Snapdragon X Elite CRD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Qualcomm AI Hub compilation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QNN HTP/NPU profiling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production model on NPU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performance profile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19672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519672" y="23774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CPU-to-Snapdragon numerical comparison did not meet the 1e-05 threshold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absolute error: 0.0030923495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relative error: 38.50%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0749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CPU-to-Snapdragon numerical comparison was executed; the current implementation did not meet the established equivalence threshold. The limitation is documented and remains an active engineering improvement area.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Automotive Positioning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research and engineering validation, with clear boundaries.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EdgeResilience  |  Snapdragon AI Lab Build &amp; Present Challenge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746504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554480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engineering validation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1554480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simulation and virtual laboratory.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450592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2642616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2450592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physical vehicle actuation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2450592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CAN transmission or vehicle connection.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346704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77240" y="3538728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3346704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safety-controller claim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760720" y="3346704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thresholds are demonstration defaults, not certified limits.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4242816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77240" y="443484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417320" y="4242816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processes required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760720" y="4242816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safety and cybersecurity processes apply to any vehicle integration.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5138928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77240" y="5330952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417320" y="5138928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Boundaries documented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5760720" y="5138928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limits are recorded in the repository.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&amp; Provenance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work was built, where it was validated, and where it is headed.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EdgeResilience  |  Snapdragon AI Lab Build &amp; Present Challenge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3477768" cy="274320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1965960"/>
            <a:ext cx="3112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834640"/>
            <a:ext cx="3112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Lenovo IdeaPad 3 15IAU7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Core i5-1235U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72128" y="297180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5592" y="1737360"/>
            <a:ext cx="3477768" cy="274320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538472" y="1965960"/>
            <a:ext cx="3112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 validation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38472" y="2834640"/>
            <a:ext cx="3112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 X Elite CRD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SC8380XP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Qualcomm AI Hub / QNN HTP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879080" y="2971800"/>
            <a:ext cx="237744" cy="274320"/>
          </a:xfrm>
          <a:prstGeom prst="rightArrow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62544" y="1737360"/>
            <a:ext cx="3477768" cy="274320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345424" y="1965960"/>
            <a:ext cx="3112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intent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345424" y="2834640"/>
            <a:ext cx="3112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Snapdragon-powered HP PCs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484632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Snapdragon X Elite CRD is a reference device. Measurements on a specific HP Snapdragon PC have not been performed.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priorities, in order.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EdgeResilience  |  Snapdragon AI Lab Build &amp; Present Challenge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746504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554480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numerical divergence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1554480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Operator-level analysis, corrective graph changes, full re-comparison.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450592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2642616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2450592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Snapdragon benchmarking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2450592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profiling, with power and thermal where measurable.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346704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77240" y="3538728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3346704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streaming inference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760720" y="3346704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telemetry windows instead of batch scenarios.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4242816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77240" y="4434840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417320" y="4242816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V2X cooperative cyber resilience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760720" y="4242816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Multi-vehicle simulation and geographic threat clustering.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5138928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EEF2FA"/>
          </a:solidFill>
          <a:ln w="9525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77240" y="5330952"/>
            <a:ext cx="384048" cy="384048"/>
          </a:xfrm>
          <a:prstGeom prst="ellipse">
            <a:avLst/>
          </a:prstGeom>
          <a:solidFill>
            <a:srgbClr val="2F5BEA"/>
          </a:solidFill>
          <a:ln w="6350">
            <a:solidFill>
              <a:srgbClr val="2F5B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417320" y="5138928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and distillation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5760720" y="5138928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accuracy and latency trade-offs.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EdgeResilience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C9D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Predict. Detect. Contain. Preserve Evidence.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validated path from a temporal AI model to Qualcomm QNN HTP execution on Snapdragon X Elite, with its remaining numerical validation work stated openly.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937760"/>
            <a:ext cx="6949440" cy="1005840"/>
          </a:xfrm>
          <a:prstGeom prst="roundRect">
            <a:avLst>
              <a:gd name="adj" fmla="val 10909"/>
            </a:avLst>
          </a:prstGeom>
          <a:solidFill>
            <a:srgbClr val="13305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5074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5394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github.com/Sureshdmesw/EdgeResilience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EdgeResilience - Short Pitch</dc:title>
  <dc:subject>PptxGenJS Presentation</dc:subject>
  <dc:creator>EdgeResilience</dc:creator>
  <cp:lastModifiedBy>EdgeResilience</cp:lastModifiedBy>
  <cp:revision>1</cp:revision>
  <dcterms:created xsi:type="dcterms:W3CDTF">2026-09-30T14:02:48Z</dcterms:created>
  <dcterms:modified xsi:type="dcterms:W3CDTF">2026-09-30T14:02:48Z</dcterms:modified>
</cp:coreProperties>
</file>